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2" r:id="rId2"/>
    <p:sldId id="257" r:id="rId3"/>
    <p:sldId id="258" r:id="rId4"/>
    <p:sldId id="265" r:id="rId5"/>
    <p:sldId id="272" r:id="rId6"/>
    <p:sldId id="284" r:id="rId7"/>
    <p:sldId id="259" r:id="rId8"/>
    <p:sldId id="285" r:id="rId9"/>
    <p:sldId id="273" r:id="rId10"/>
    <p:sldId id="275" r:id="rId11"/>
    <p:sldId id="267" r:id="rId12"/>
    <p:sldId id="276" r:id="rId13"/>
    <p:sldId id="260" r:id="rId14"/>
    <p:sldId id="277" r:id="rId15"/>
    <p:sldId id="278" r:id="rId16"/>
    <p:sldId id="287" r:id="rId17"/>
    <p:sldId id="288" r:id="rId18"/>
    <p:sldId id="269" r:id="rId19"/>
    <p:sldId id="270" r:id="rId20"/>
    <p:sldId id="256" r:id="rId21"/>
    <p:sldId id="289" r:id="rId22"/>
    <p:sldId id="283" r:id="rId23"/>
    <p:sldId id="290" r:id="rId24"/>
    <p:sldId id="263" r:id="rId25"/>
    <p:sldId id="271" r:id="rId2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49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8DABE40-873E-4960-9D75-1E0BDFB927D9}" type="datetimeFigureOut">
              <a:rPr lang="he-IL" smtClean="0"/>
              <a:t>א'/אייר/תשפ"ו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20CDC5C-FF3D-46DC-B9AB-327EC9C33C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049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CDC5C-FF3D-46DC-B9AB-327EC9C33C2D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4972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43A5DF8-21D8-082B-8A2C-40B3FB184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DEAFA61B-EE54-555F-11AF-3FEB3383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800" y="7772400"/>
            <a:ext cx="11811000" cy="685800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2FBDA44-5F3D-5CEC-1042-5659B2CF3379}"/>
              </a:ext>
            </a:extLst>
          </p:cNvPr>
          <p:cNvSpPr txBox="1"/>
          <p:nvPr/>
        </p:nvSpPr>
        <p:spPr>
          <a:xfrm>
            <a:off x="4089400" y="7515135"/>
            <a:ext cx="845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7200" b="1" kern="1200" dirty="0">
                <a:solidFill>
                  <a:srgbClr val="000000"/>
                </a:solidFill>
                <a:effectLst/>
                <a:latin typeface="Levenim MT" panose="02010502060101010101" pitchFamily="2" charset="-79"/>
                <a:ea typeface="Cascadia Code" panose="020B0609020000020004" pitchFamily="49" charset="0"/>
                <a:cs typeface="Levenim MT" panose="02010502060101010101" pitchFamily="2" charset="-79"/>
              </a:rPr>
              <a:t>HOLLAND VS USA </a:t>
            </a:r>
            <a:endParaRPr lang="he-IL" sz="7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133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EABB6A9-05A2-773F-D7A0-33FECC0EE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1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EACA334-E3DE-8982-D4BB-6FDCC457A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6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687870E-5D2B-1301-5A7D-3E4BB8C53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B555B89E-76E8-57E9-6A80-243B4322B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6887218"/>
            <a:ext cx="1295400" cy="423646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BF0E663-FC9F-2B73-BCAD-F42ACEB10B85}"/>
              </a:ext>
            </a:extLst>
          </p:cNvPr>
          <p:cNvSpPr txBox="1"/>
          <p:nvPr/>
        </p:nvSpPr>
        <p:spPr>
          <a:xfrm>
            <a:off x="8280400" y="6934200"/>
            <a:ext cx="12954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>
                <a:latin typeface="Levenim MT" panose="02010502060101010101" pitchFamily="2" charset="-79"/>
                <a:ea typeface="Cascadia Code" panose="020B0609020000020004" pitchFamily="49" charset="0"/>
                <a:cs typeface="Levenim MT" panose="02010502060101010101" pitchFamily="2" charset="-79"/>
              </a:rPr>
              <a:t>וספוג</a:t>
            </a:r>
          </a:p>
        </p:txBody>
      </p:sp>
    </p:spTree>
    <p:extLst>
      <p:ext uri="{BB962C8B-B14F-4D97-AF65-F5344CB8AC3E}">
        <p14:creationId xmlns:p14="http://schemas.microsoft.com/office/powerpoint/2010/main" val="208424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177CDD7-E1BA-CB39-1029-CE2134237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3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C5173F5-8002-651F-9915-DE1A79462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97592FE3-F501-E06E-4914-00C5F859E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362200"/>
            <a:ext cx="924054" cy="238158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644E922A-9C40-4D3D-024E-F43E18CBC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2159210"/>
            <a:ext cx="1143000" cy="294587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3ACDFDD7-B67F-EB31-83FC-6BF02A0B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1524001"/>
            <a:ext cx="881127" cy="390558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5300F42E-90D5-E617-9262-257DEDD4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0" y="3124200"/>
            <a:ext cx="924054" cy="390558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7142ECD0-06D0-1FF8-8352-35E7BC19F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5638800"/>
            <a:ext cx="924054" cy="381000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3BB855B3-1D68-548A-7335-E3642F7E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0" y="6934200"/>
            <a:ext cx="924054" cy="39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1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4D0A31D-08CB-F75A-C254-684905A8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5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B80C1A1-947D-E612-D5BD-2243368D4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9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F8299A3-FBE8-A375-0A0E-33556999C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14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417557D-9DBF-BE85-A5A2-8B64D0681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85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0FA2372-C1D9-1092-B41E-F225E6729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B2D6BF87-02DE-1954-2BD2-69EA4A603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9436">
            <a:off x="13707756" y="7694421"/>
            <a:ext cx="1676400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11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2A4342D-4816-397B-7304-765CC1A32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84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380C95F-B9E2-1C03-C501-266B55B3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75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38B3297-8868-9C85-BA79-DD1E6060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074F72F4-D85B-7868-CD75-B58A7D790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3048000"/>
            <a:ext cx="268614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21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ED3A77-2F05-3613-638D-A059EB23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0FFFDC-24BA-B3E3-D736-9C2D14334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16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CD76C75-B631-A086-93B4-CFC676DE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86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3597C5-863A-E4B9-9220-EB358C900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06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85DCD6-B87D-4BDF-B8A9-0BAADC42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81A8AF6E-D1CA-6ADD-ED05-463712C1F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0" y="8001000"/>
            <a:ext cx="1385890" cy="4333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0808DA6-5E79-4F68-FC1C-21449C5EFB50}"/>
              </a:ext>
            </a:extLst>
          </p:cNvPr>
          <p:cNvSpPr txBox="1"/>
          <p:nvPr/>
        </p:nvSpPr>
        <p:spPr>
          <a:xfrm>
            <a:off x="4341446" y="7971692"/>
            <a:ext cx="8206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200" b="1" dirty="0">
                <a:latin typeface="Levenim MT" panose="02010502060101010101" pitchFamily="2" charset="-79"/>
                <a:ea typeface="Cascadia Code" panose="020B0609020000020004" pitchFamily="49" charset="0"/>
                <a:cs typeface="Levenim MT" panose="02010502060101010101" pitchFamily="2" charset="-79"/>
              </a:rPr>
              <a:t>עצמך</a:t>
            </a:r>
            <a:endParaRPr lang="he-IL" sz="2800" b="1" dirty="0">
              <a:latin typeface="Levenim MT" panose="02010502060101010101" pitchFamily="2" charset="-79"/>
              <a:ea typeface="Cascadia Code" panose="020B0609020000020004" pitchFamily="49" charset="0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5063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</Words>
  <Application>Microsoft Office PowerPoint</Application>
  <PresentationFormat>מותאם אישית</PresentationFormat>
  <Paragraphs>4</Paragraphs>
  <Slides>25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Levenim MT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Zahav Fuchs</cp:lastModifiedBy>
  <cp:revision>2</cp:revision>
  <dcterms:created xsi:type="dcterms:W3CDTF">2006-08-16T00:00:00Z</dcterms:created>
  <dcterms:modified xsi:type="dcterms:W3CDTF">2026-04-18T16:39:43Z</dcterms:modified>
</cp:coreProperties>
</file>